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62" r:id="rId9"/>
    <p:sldId id="286" r:id="rId10"/>
    <p:sldId id="287" r:id="rId11"/>
    <p:sldId id="290" r:id="rId12"/>
    <p:sldId id="291" r:id="rId13"/>
    <p:sldId id="280" r:id="rId14"/>
    <p:sldId id="288" r:id="rId15"/>
    <p:sldId id="289" r:id="rId16"/>
    <p:sldId id="27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gha Murali" userId="4d9de5b3916b6156" providerId="LiveId" clId="{EE1412E3-8422-4920-8733-14CB33A0625D}"/>
    <pc:docChg chg="delSld modSld">
      <pc:chgData name="Anagha Murali" userId="4d9de5b3916b6156" providerId="LiveId" clId="{EE1412E3-8422-4920-8733-14CB33A0625D}" dt="2026-07-08T09:47:22.638" v="30" actId="732"/>
      <pc:docMkLst>
        <pc:docMk/>
      </pc:docMkLst>
      <pc:sldChg chg="addSp modSp mod">
        <pc:chgData name="Anagha Murali" userId="4d9de5b3916b6156" providerId="LiveId" clId="{EE1412E3-8422-4920-8733-14CB33A0625D}" dt="2026-07-08T09:39:11.686" v="3" actId="1076"/>
        <pc:sldMkLst>
          <pc:docMk/>
          <pc:sldMk cId="0" sldId="262"/>
        </pc:sldMkLst>
        <pc:picChg chg="add mod">
          <ac:chgData name="Anagha Murali" userId="4d9de5b3916b6156" providerId="LiveId" clId="{EE1412E3-8422-4920-8733-14CB33A0625D}" dt="2026-07-08T09:39:11.686" v="3" actId="1076"/>
          <ac:picMkLst>
            <pc:docMk/>
            <pc:sldMk cId="0" sldId="262"/>
            <ac:picMk id="5" creationId="{E022E3A3-A323-C0C3-0C99-DC3A63CD6CA3}"/>
          </ac:picMkLst>
        </pc:picChg>
      </pc:sldChg>
      <pc:sldChg chg="del">
        <pc:chgData name="Anagha Murali" userId="4d9de5b3916b6156" providerId="LiveId" clId="{EE1412E3-8422-4920-8733-14CB33A0625D}" dt="2026-07-08T09:44:54.889" v="12" actId="2696"/>
        <pc:sldMkLst>
          <pc:docMk/>
          <pc:sldMk cId="0" sldId="264"/>
        </pc:sldMkLst>
      </pc:sldChg>
      <pc:sldChg chg="modSp mod">
        <pc:chgData name="Anagha Murali" userId="4d9de5b3916b6156" providerId="LiveId" clId="{EE1412E3-8422-4920-8733-14CB33A0625D}" dt="2026-07-08T09:47:22.638" v="30" actId="732"/>
        <pc:sldMkLst>
          <pc:docMk/>
          <pc:sldMk cId="2772501912" sldId="279"/>
        </pc:sldMkLst>
        <pc:spChg chg="mod">
          <ac:chgData name="Anagha Murali" userId="4d9de5b3916b6156" providerId="LiveId" clId="{EE1412E3-8422-4920-8733-14CB33A0625D}" dt="2026-07-08T09:45:36.775" v="29" actId="20577"/>
          <ac:spMkLst>
            <pc:docMk/>
            <pc:sldMk cId="2772501912" sldId="279"/>
            <ac:spMk id="2" creationId="{B64CF172-D2AF-03D8-F919-AA7827A0D969}"/>
          </ac:spMkLst>
        </pc:spChg>
        <pc:picChg chg="mod modCrop">
          <ac:chgData name="Anagha Murali" userId="4d9de5b3916b6156" providerId="LiveId" clId="{EE1412E3-8422-4920-8733-14CB33A0625D}" dt="2026-07-08T09:47:22.638" v="30" actId="732"/>
          <ac:picMkLst>
            <pc:docMk/>
            <pc:sldMk cId="2772501912" sldId="279"/>
            <ac:picMk id="10" creationId="{24EF926A-7556-2746-F667-9A203C59994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</a:t>
            </a:r>
            <a:r>
              <a:rPr lang="en-US" b="1" i="1" err="1"/>
              <a:t>LangFlow</a:t>
            </a:r>
            <a:r>
              <a:rPr lang="en-US" b="1" i="1"/>
              <a:t>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06937233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Anagha KM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anaghakm11b@gmail.com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8590920788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[  Healthcare 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highlight>
                  <a:srgbClr val="FFFF00"/>
                </a:highlight>
              </a:rPr>
              <a:t>Thai Recipe Agent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874572-55EA-3321-413F-A152FC2FF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016" y="3683879"/>
            <a:ext cx="1188720" cy="10803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Problem Statement: Thai Recipe Assistant</a:t>
            </a:r>
          </a:p>
          <a:p>
            <a:r>
              <a:rPr lang="en-IN" b="1" dirty="0"/>
              <a:t>The Challenge</a:t>
            </a:r>
          </a:p>
          <a:p>
            <a:r>
              <a:rPr lang="en-IN" dirty="0"/>
              <a:t>Many people are interested in cooking authentic Thai dishes but struggle to find reliable, easy-to-follow recipes. Online recipes often vary in ingredients, measurements, and cooking methods, making it difficult for beginners to achieve authentic results. Additionally, users need a trustworthy cooking assistant that provides only verified recipe information without generating unsupported or inaccurate content.</a:t>
            </a:r>
          </a:p>
          <a:p>
            <a:r>
              <a:rPr lang="en-IN" b="1" dirty="0"/>
              <a:t>The Objective</a:t>
            </a:r>
          </a:p>
          <a:p>
            <a:r>
              <a:rPr lang="en-IN" dirty="0"/>
              <a:t>Build an </a:t>
            </a:r>
            <a:r>
              <a:rPr lang="en-IN" b="1" dirty="0"/>
              <a:t>AI-powered Thai Recipe Assistant</a:t>
            </a:r>
            <a:r>
              <a:rPr lang="en-IN" dirty="0"/>
              <a:t> that provides </a:t>
            </a:r>
            <a:r>
              <a:rPr lang="en-IN" b="1" dirty="0"/>
              <a:t>accurate, beginner-friendly Thai cooking guidance</a:t>
            </a:r>
            <a:r>
              <a:rPr lang="en-IN" dirty="0"/>
              <a:t> using only a trusted knowledge base. The solution should:</a:t>
            </a:r>
          </a:p>
          <a:p>
            <a:r>
              <a:rPr lang="en-IN" b="1" dirty="0"/>
              <a:t>Recipe Guidance</a:t>
            </a:r>
            <a:r>
              <a:rPr lang="en-IN" dirty="0"/>
              <a:t> – Provide authentic Thai recipes with clear, step-by-step cooking instructions. </a:t>
            </a:r>
          </a:p>
          <a:p>
            <a:r>
              <a:rPr lang="en-IN" b="1" dirty="0"/>
              <a:t>Knowledge Base Retrieval (RAG)</a:t>
            </a:r>
            <a:r>
              <a:rPr lang="en-IN" dirty="0"/>
              <a:t> – Retrieve recipe details, ingredients, cooking methods, and tips exclusively from the provided knowledge base. </a:t>
            </a:r>
          </a:p>
          <a:p>
            <a:r>
              <a:rPr lang="en-IN" b="1" dirty="0"/>
              <a:t>Serving Size Adjustment</a:t>
            </a:r>
            <a:r>
              <a:rPr lang="en-IN" dirty="0"/>
              <a:t> – Automatically scale ingredient quantities based on the number of servings requested by the user. </a:t>
            </a:r>
          </a:p>
          <a:p>
            <a:r>
              <a:rPr lang="en-IN" b="1" dirty="0"/>
              <a:t>Cooking Assistance</a:t>
            </a:r>
            <a:r>
              <a:rPr lang="en-IN" dirty="0"/>
              <a:t> – Offer simple cooking tips and explanations to help beginners prepare Thai dishes successfully. </a:t>
            </a:r>
          </a:p>
          <a:p>
            <a:r>
              <a:rPr lang="en-IN" b="1" dirty="0"/>
              <a:t>Recipe-Limited Responses</a:t>
            </a:r>
            <a:r>
              <a:rPr lang="en-IN" dirty="0"/>
              <a:t> – Answer only Thai food and recipe-related questions and politely inform users when a requested recipe is unavailable in the knowledge base. </a:t>
            </a:r>
          </a:p>
          <a:p>
            <a:r>
              <a:rPr lang="en-IN" b="1" dirty="0"/>
              <a:t>Multi-Agent System</a:t>
            </a:r>
            <a:r>
              <a:rPr lang="en-IN" dirty="0"/>
              <a:t> – </a:t>
            </a:r>
          </a:p>
          <a:p>
            <a:pPr lvl="1"/>
            <a:r>
              <a:rPr lang="en-IN" b="1" dirty="0"/>
              <a:t>Recipe Knowledge Agent</a:t>
            </a:r>
            <a:r>
              <a:rPr lang="en-IN" dirty="0"/>
              <a:t> – Retrieves recipe information from the knowledge base. </a:t>
            </a:r>
          </a:p>
          <a:p>
            <a:pPr lvl="1"/>
            <a:r>
              <a:rPr lang="en-IN" b="1" dirty="0"/>
              <a:t>Ingredient Scaling Agent</a:t>
            </a:r>
            <a:r>
              <a:rPr lang="en-IN" dirty="0"/>
              <a:t> – Adjusts ingredient quantities according to the requested number of servings. </a:t>
            </a:r>
          </a:p>
          <a:p>
            <a:pPr lvl="1"/>
            <a:r>
              <a:rPr lang="en-IN" b="1" dirty="0"/>
              <a:t>Cooking Instruction Agent</a:t>
            </a:r>
            <a:r>
              <a:rPr lang="en-IN" dirty="0"/>
              <a:t> – Generates clear, step-by-step cooking instructions. </a:t>
            </a:r>
          </a:p>
          <a:p>
            <a:pPr lvl="1"/>
            <a:r>
              <a:rPr lang="en-IN" b="1" dirty="0"/>
              <a:t>Recipe Assistance Agent</a:t>
            </a:r>
            <a:r>
              <a:rPr lang="en-IN" dirty="0"/>
              <a:t> – Provides cooking tips and handles user recipe-related queries. </a:t>
            </a:r>
          </a:p>
          <a:p>
            <a:r>
              <a:rPr lang="en-IN" b="1" dirty="0"/>
              <a:t>User-Friendly Experience</a:t>
            </a:r>
            <a:r>
              <a:rPr lang="en-IN" dirty="0"/>
              <a:t> – Deliver concise, practical, and easy-to-understand responses that make Thai cooking accessible to beginners while ensuring all information comes solely from the trusted knowledge base. 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IN" b="1" dirty="0"/>
              <a:t>Proposed Solution: AI-Powered Thai Recipe Assistant</a:t>
            </a:r>
          </a:p>
          <a:p>
            <a:r>
              <a:rPr lang="en-IN" dirty="0"/>
              <a:t>The proposed solution is a </a:t>
            </a:r>
            <a:r>
              <a:rPr lang="en-IN" b="1" dirty="0"/>
              <a:t>multi-agent AI-powered Thai Recipe Assistant</a:t>
            </a:r>
            <a:r>
              <a:rPr lang="en-IN" dirty="0"/>
              <a:t> built using </a:t>
            </a:r>
            <a:r>
              <a:rPr lang="en-IN" b="1" dirty="0" err="1"/>
              <a:t>LangFlow</a:t>
            </a:r>
            <a:r>
              <a:rPr lang="en-IN" b="1" dirty="0"/>
              <a:t>, IBM watsonx.ai, and Granite Models</a:t>
            </a:r>
            <a:r>
              <a:rPr lang="en-IN" dirty="0"/>
              <a:t> to provide accurate, beginner-friendly guidance for preparing authentic Thai dishes. The system addresses the challenges of inconsistent recipes, unreliable online information, and difficulty in adjusting ingredient quantities by using a trusted recipe knowledge base and an intelligent modular architecture.</a:t>
            </a:r>
          </a:p>
          <a:p>
            <a:r>
              <a:rPr lang="en-IN" dirty="0"/>
              <a:t>At its core, the solution uses a </a:t>
            </a:r>
            <a:r>
              <a:rPr lang="en-IN" b="1" dirty="0"/>
              <a:t>Retrieval-Augmented Generation (RAG)</a:t>
            </a:r>
            <a:r>
              <a:rPr lang="en-IN" dirty="0"/>
              <a:t> pipeline to retrieve recipe information exclusively from the provided Thai recipe knowledge base. Recipe documents are embedded and stored in a </a:t>
            </a:r>
            <a:r>
              <a:rPr lang="en-IN" b="1" dirty="0"/>
              <a:t>vector database</a:t>
            </a:r>
            <a:r>
              <a:rPr lang="en-IN" dirty="0"/>
              <a:t>, enabling the system to efficiently retrieve ingredients, cooking instructions, serving information, and cooking tips. </a:t>
            </a:r>
            <a:r>
              <a:rPr lang="en-IN" b="1" dirty="0"/>
              <a:t>Granite models</a:t>
            </a:r>
            <a:r>
              <a:rPr lang="en-IN" dirty="0"/>
              <a:t> generate clear, concise, and easy-to-follow responses while ensuring that answers are based only on the retrieved knowledge.</a:t>
            </a:r>
          </a:p>
          <a:p>
            <a:r>
              <a:rPr lang="en-IN" dirty="0"/>
              <a:t>The system consists of four key agents:</a:t>
            </a:r>
          </a:p>
          <a:p>
            <a:r>
              <a:rPr lang="en-IN" b="1" dirty="0"/>
              <a:t>Recipe Knowledge Agent</a:t>
            </a:r>
            <a:r>
              <a:rPr lang="en-IN" dirty="0"/>
              <a:t> retrieves authentic Thai recipes, ingredients, and cooking tips from the knowledge base using RAG. </a:t>
            </a:r>
          </a:p>
          <a:p>
            <a:r>
              <a:rPr lang="en-IN" b="1" dirty="0"/>
              <a:t>Ingredient Scaling Agent</a:t>
            </a:r>
            <a:r>
              <a:rPr lang="en-IN" dirty="0"/>
              <a:t> adjusts ingredient quantities automatically based on the number of servings requested by the user while preserving the original recipe proportions. </a:t>
            </a:r>
          </a:p>
          <a:p>
            <a:r>
              <a:rPr lang="en-IN" b="1" dirty="0"/>
              <a:t>Cooking Instruction Agent</a:t>
            </a:r>
            <a:r>
              <a:rPr lang="en-IN" dirty="0"/>
              <a:t> provides simple, step-by-step cooking instructions suitable for beginners. </a:t>
            </a:r>
          </a:p>
          <a:p>
            <a:r>
              <a:rPr lang="en-IN" b="1" dirty="0"/>
              <a:t>Recipe Assistance Agent</a:t>
            </a:r>
            <a:r>
              <a:rPr lang="en-IN" dirty="0"/>
              <a:t> answers Thai food and recipe-related queries, provides cooking tips when available, and politely informs users when a requested recipe is not present in the knowledge base.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46782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/>
              <a:t>Langflow</a:t>
            </a:r>
            <a:r>
              <a:rPr lang="en-US" sz="1800" b="1" dirty="0"/>
              <a:t> platform </a:t>
            </a:r>
            <a:r>
              <a:rPr lang="en-US" sz="1800" dirty="0"/>
              <a:t>-For designing and orchestrating multi-agent workflows visually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 </a:t>
            </a:r>
            <a:r>
              <a:rPr lang="en-US" sz="1800" dirty="0"/>
              <a:t>– It provides the infrastructure to build, deploy, and scale the Nutrition Agent efficiently. IBM Cloud enables a </a:t>
            </a:r>
            <a:r>
              <a:rPr lang="en-US" sz="1800" b="1" dirty="0"/>
              <a:t>reliable, secure, and scalable environment</a:t>
            </a:r>
            <a:r>
              <a:rPr lang="en-US" sz="1800" dirty="0"/>
              <a:t> for deploying the Nutrition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RAG– </a:t>
            </a:r>
            <a:r>
              <a:rPr lang="en-US" sz="1800" dirty="0"/>
              <a:t>RAG to </a:t>
            </a:r>
            <a:r>
              <a:rPr lang="en-US" sz="1800" b="1" dirty="0"/>
              <a:t>fetch real data first, then generate intelligent answers</a:t>
            </a:r>
            <a:r>
              <a:rPr lang="en-US" sz="1800" dirty="0"/>
              <a:t>, making the Nutrition Agent more trustworthy and effective.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</a:t>
            </a:r>
            <a:r>
              <a:rPr lang="en-US" sz="1800" b="1" dirty="0" err="1"/>
              <a:t>Watsonx.Orchestrate</a:t>
            </a:r>
            <a:r>
              <a:rPr lang="en-US" sz="1800" b="1" dirty="0"/>
              <a:t> - </a:t>
            </a:r>
            <a:r>
              <a:rPr lang="en-US" sz="1800" dirty="0"/>
              <a:t>For model deployment, embeddings, and AI governance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Vector Database </a:t>
            </a:r>
            <a:r>
              <a:rPr lang="en-IN" sz="1800" dirty="0"/>
              <a:t>(FAISS/Chroma) – For RAG-based nutritional data retrieval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err="1">
                <a:sym typeface="Times New Roman"/>
              </a:rPr>
              <a:t>Langflow</a:t>
            </a: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>
                <a:sym typeface="Times New Roman"/>
              </a:rPr>
              <a:t>component Used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Chat Input</a:t>
            </a:r>
            <a:r>
              <a:rPr lang="en-IN" dirty="0"/>
              <a:t> – Accepts the user's Thai recipe query and the required number of servings. </a:t>
            </a:r>
          </a:p>
          <a:p>
            <a:r>
              <a:rPr lang="en-IN" b="1" dirty="0"/>
              <a:t>Prompt Template</a:t>
            </a:r>
            <a:r>
              <a:rPr lang="en-IN" dirty="0"/>
              <a:t> – Defines the system prompt, including rules such as answering only Thai recipe-related questions, using only the knowledge base, and providing step-by-step instructions. </a:t>
            </a:r>
          </a:p>
          <a:p>
            <a:r>
              <a:rPr lang="en-IN" b="1" dirty="0"/>
              <a:t>Embedding Model (IBM </a:t>
            </a:r>
            <a:r>
              <a:rPr lang="en-IN" b="1" dirty="0" err="1"/>
              <a:t>watsonx</a:t>
            </a:r>
            <a:r>
              <a:rPr lang="en-IN" b="1" dirty="0"/>
              <a:t> Embeddings)</a:t>
            </a:r>
            <a:r>
              <a:rPr lang="en-IN" dirty="0"/>
              <a:t> – Converts recipe documents and user queries into vector embeddings for semantic search. </a:t>
            </a:r>
          </a:p>
          <a:p>
            <a:r>
              <a:rPr lang="en-IN" b="1" dirty="0"/>
              <a:t>Vector Store (FAISS/</a:t>
            </a:r>
            <a:r>
              <a:rPr lang="en-IN" b="1" dirty="0" err="1"/>
              <a:t>ChromaDB</a:t>
            </a:r>
            <a:r>
              <a:rPr lang="en-IN" b="1" dirty="0"/>
              <a:t>)</a:t>
            </a:r>
            <a:r>
              <a:rPr lang="en-IN" dirty="0"/>
              <a:t> – Stores recipe embeddings and retrieves the most relevant Thai recipes from the knowledge base. </a:t>
            </a:r>
            <a:r>
              <a:rPr lang="en-IN" b="1" dirty="0"/>
              <a:t>Retriever</a:t>
            </a:r>
            <a:r>
              <a:rPr lang="en-IN" dirty="0"/>
              <a:t> – Fetches relevant recipe documents based on the user's query. </a:t>
            </a:r>
          </a:p>
          <a:p>
            <a:r>
              <a:rPr lang="en-IN" b="1" dirty="0"/>
              <a:t>RAG Chain</a:t>
            </a:r>
            <a:r>
              <a:rPr lang="en-IN" dirty="0"/>
              <a:t> – Combines the retrieved recipe information with the user's question before passing it to the language model. </a:t>
            </a:r>
          </a:p>
          <a:p>
            <a:r>
              <a:rPr lang="en-IN" b="1" dirty="0"/>
              <a:t>IBM Granite Model (LLM)</a:t>
            </a:r>
            <a:r>
              <a:rPr lang="en-IN" dirty="0"/>
              <a:t> – Generates accurate, beginner-friendly recipe responses using only the retrieved knowledge. </a:t>
            </a:r>
            <a:r>
              <a:rPr lang="en-IN" b="1" dirty="0"/>
              <a:t>Serving Size Adjustment Component</a:t>
            </a:r>
            <a:r>
              <a:rPr lang="en-IN" dirty="0"/>
              <a:t> – Scales ingredient quantities according to the number of servings requested by the user. </a:t>
            </a:r>
            <a:r>
              <a:rPr lang="en-IN" b="1" dirty="0"/>
              <a:t>Output Parser</a:t>
            </a:r>
            <a:r>
              <a:rPr lang="en-IN" dirty="0"/>
              <a:t> – Formats the response into clear sections such as ingredients, cooking steps, and cooking tips. </a:t>
            </a:r>
            <a:r>
              <a:rPr lang="en-IN" b="1" dirty="0"/>
              <a:t>Chat Output</a:t>
            </a:r>
            <a:r>
              <a:rPr lang="en-IN" dirty="0"/>
              <a:t> – Displays the final structured recipe response to the user.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Block Diagram</a:t>
            </a:r>
            <a:endParaRPr sz="2400" b="1" dirty="0">
              <a:sym typeface="Times New Roman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EF926A-7556-2746-F667-9A203C5999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994"/>
          <a:stretch>
            <a:fillRect/>
          </a:stretch>
        </p:blipFill>
        <p:spPr>
          <a:xfrm>
            <a:off x="806245" y="1288026"/>
            <a:ext cx="9301316" cy="512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22E3A3-A323-C0C3-0C99-DC3A63CD6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55" y="771747"/>
            <a:ext cx="9096068" cy="60640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The </a:t>
            </a:r>
            <a:r>
              <a:rPr lang="en-IN" sz="1800" b="1" dirty="0"/>
              <a:t>Thai Recipe Assistant</a:t>
            </a:r>
            <a:r>
              <a:rPr lang="en-IN" sz="1800" dirty="0"/>
              <a:t> stands out by combining </a:t>
            </a:r>
            <a:r>
              <a:rPr lang="en-IN" sz="1800" b="1" dirty="0"/>
              <a:t>Agentic AI</a:t>
            </a:r>
            <a:r>
              <a:rPr lang="en-IN" sz="1800" dirty="0"/>
              <a:t>, </a:t>
            </a:r>
            <a:r>
              <a:rPr lang="en-IN" sz="1800" b="1" dirty="0"/>
              <a:t>Retrieval-Augmented Generation (RAG)</a:t>
            </a:r>
            <a:r>
              <a:rPr lang="en-IN" sz="1800" dirty="0"/>
              <a:t>, and </a:t>
            </a:r>
            <a:r>
              <a:rPr lang="en-IN" sz="1800" b="1" dirty="0"/>
              <a:t>IBM Granite Models</a:t>
            </a:r>
            <a:r>
              <a:rPr lang="en-IN" sz="1800" dirty="0"/>
              <a:t> to deliver accurate and reliable Thai cooking guidance. Unlike general AI chatbots, it generates responses </a:t>
            </a:r>
            <a:r>
              <a:rPr lang="en-IN" sz="1800" b="1" dirty="0"/>
              <a:t>only from a trusted Thai recipe knowledge base</a:t>
            </a:r>
            <a:r>
              <a:rPr lang="en-IN" sz="1800" dirty="0"/>
              <a:t>, ensuring authenticity and reducing misinformation.</a:t>
            </a:r>
          </a:p>
          <a:p>
            <a:r>
              <a:rPr lang="en-IN" sz="1800" b="1" dirty="0"/>
              <a:t>Key Unique Features:</a:t>
            </a:r>
            <a:endParaRPr lang="en-IN" sz="1800" dirty="0"/>
          </a:p>
          <a:p>
            <a:r>
              <a:rPr lang="en-IN" sz="1800" b="1" dirty="0"/>
              <a:t>Knowledge Base-Driven Responses:</a:t>
            </a:r>
            <a:r>
              <a:rPr lang="en-IN" sz="1800" dirty="0"/>
              <a:t> Answers are generated only from verified Thai recipe documents. </a:t>
            </a:r>
          </a:p>
          <a:p>
            <a:r>
              <a:rPr lang="en-IN" sz="1800" b="1" dirty="0"/>
              <a:t>Multi-Agent Architecture:</a:t>
            </a:r>
            <a:r>
              <a:rPr lang="en-IN" sz="1800" dirty="0"/>
              <a:t> Specialized AI agents handle recipe retrieval, ingredient scaling, cooking instructions, and user assistance. </a:t>
            </a:r>
          </a:p>
          <a:p>
            <a:r>
              <a:rPr lang="en-IN" sz="1800" b="1" dirty="0"/>
              <a:t>Dynamic Serving Adjustment:</a:t>
            </a:r>
            <a:r>
              <a:rPr lang="en-IN" sz="1800" dirty="0"/>
              <a:t> Automatically scales ingredient quantities for any number of servings. </a:t>
            </a:r>
          </a:p>
          <a:p>
            <a:r>
              <a:rPr lang="en-IN" sz="1800" b="1" dirty="0"/>
              <a:t>Beginner-Friendly Guidance:</a:t>
            </a:r>
            <a:r>
              <a:rPr lang="en-IN" sz="1800" dirty="0"/>
              <a:t> Provides simple, step-by-step cooking instructions with helpful tips. </a:t>
            </a:r>
          </a:p>
          <a:p>
            <a:r>
              <a:rPr lang="en-IN" sz="1800" b="1" dirty="0"/>
              <a:t>Reliable and Hallucination-Resistant:</a:t>
            </a:r>
            <a:r>
              <a:rPr lang="en-IN" sz="1800" dirty="0"/>
              <a:t> Politely informs users when a recipe is unavailable instead of generating unsupported information.</a:t>
            </a: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screenshot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E2DB45-8F3F-3DAA-6F1B-97F8B6E57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4263"/>
            <a:ext cx="12192000" cy="560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3F9C0-E9B9-511C-B32F-9AB086A43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9FD4B-CEE0-88CB-0BBF-5C0471745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B0637B-5C68-FD94-8391-1D3EB4480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664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19574-6B4D-355E-B8D6-1C83BA45F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6CD33-7B6D-769A-651A-5ED54EF79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9F060C-4DB4-66B4-9EC4-D8AEE7E66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33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091381" y="1221715"/>
            <a:ext cx="9341923" cy="4746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just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2000" b="1" dirty="0"/>
              <a:t>Voice-Based Cooking Assistant</a:t>
            </a:r>
            <a:r>
              <a:rPr lang="en-IN" sz="2000" dirty="0"/>
              <a:t> for hands-free recipe guidance while cooking. </a:t>
            </a:r>
            <a:r>
              <a:rPr lang="en-IN" sz="2000" b="1" dirty="0"/>
              <a:t>Image Recognition</a:t>
            </a:r>
            <a:r>
              <a:rPr lang="en-IN" sz="2000" dirty="0"/>
              <a:t> to identify ingredients from photos and suggest suitable Thai recipes. </a:t>
            </a:r>
            <a:r>
              <a:rPr lang="en-IN" sz="2000" b="1" dirty="0"/>
              <a:t>Nutritional Analysis</a:t>
            </a:r>
            <a:r>
              <a:rPr lang="en-IN" sz="2000" dirty="0"/>
              <a:t> to display calories, protein, carbohydrates, and fat for each recipe. </a:t>
            </a:r>
            <a:r>
              <a:rPr lang="en-IN" sz="2000" b="1" dirty="0"/>
              <a:t>Personalized Recipe Recommendations</a:t>
            </a:r>
            <a:r>
              <a:rPr lang="en-IN" sz="2000" dirty="0"/>
              <a:t> based on user preferences, allergies, and dietary restrictions. </a:t>
            </a:r>
            <a:r>
              <a:rPr lang="en-IN" sz="2000" b="1" dirty="0"/>
              <a:t>Multilingual Support</a:t>
            </a:r>
            <a:r>
              <a:rPr lang="en-IN" sz="2000" dirty="0"/>
              <a:t> to provide recipes in multiple languages. </a:t>
            </a:r>
            <a:r>
              <a:rPr lang="en-IN" sz="2000" b="1" dirty="0"/>
              <a:t>Smart Meal Planning</a:t>
            </a:r>
            <a:r>
              <a:rPr lang="en-IN" sz="2000" dirty="0"/>
              <a:t> with weekly Thai meal plans and shopping lists. </a:t>
            </a:r>
            <a:r>
              <a:rPr lang="en-IN" sz="2000" b="1" dirty="0"/>
              <a:t>Integration with Smart Kitchen Devices</a:t>
            </a:r>
            <a:r>
              <a:rPr lang="en-IN" sz="2000" dirty="0"/>
              <a:t> for guided cooking and timer management. </a:t>
            </a:r>
            <a:r>
              <a:rPr lang="en-IN" sz="2000" b="1" dirty="0"/>
              <a:t>Expanded Knowledge Base</a:t>
            </a:r>
            <a:r>
              <a:rPr lang="en-IN" sz="2000" dirty="0"/>
              <a:t> to include more regional Thai dishes, desserts, and beverages.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Certificates Earned:</a:t>
            </a:r>
          </a:p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9C43B2-D423-E86F-54D1-A897DC750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794" y="1473037"/>
            <a:ext cx="8268929" cy="469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 dirty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 dirty="0"/>
          </a:p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8F0BF4-FBDE-07FC-ABEF-40B47DC2F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451" y="1307691"/>
            <a:ext cx="9783098" cy="555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1142</Words>
  <Application>Microsoft Office PowerPoint</Application>
  <PresentationFormat>Widescreen</PresentationFormat>
  <Paragraphs>87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Anagha Murali</cp:lastModifiedBy>
  <cp:revision>16</cp:revision>
  <dcterms:created xsi:type="dcterms:W3CDTF">2025-07-08T05:06:56Z</dcterms:created>
  <dcterms:modified xsi:type="dcterms:W3CDTF">2026-07-08T09:47:31Z</dcterms:modified>
</cp:coreProperties>
</file>